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6A2E-A831-1622-E47C-C4FD536FC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97647-3114-7D30-0958-9D03B0C88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CC6E5-C985-B062-7EFB-9837C452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D243C-E16B-735E-7AB5-9EAD1CDE0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F633F-24F4-0A34-E935-25998603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158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E46F-5733-9A99-5010-C6295EDD2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59AAE-2C12-9687-D402-0B2658711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8D0FE-883D-1D53-147E-681506F7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27475-9037-7394-AAE3-543B34F6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8037C-D2B2-9E58-A3EF-016DD0C0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73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A47D9-EC64-871F-4CE5-CCFE90F46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E7080-11A1-56D1-CD30-B83929A8B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B43F7-6580-00C8-8FB2-6ECBE3EB4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A99B5-F692-7E24-5597-C5922980B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C93C4-9681-6D00-4EA9-628B2595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02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DEF51-6F68-1928-6EA8-1CA35F088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B50F4-AA5C-8E4B-8AC7-2B0FB57F4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276EA-65F0-04A5-635D-DD2151560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1B9AF-2284-9EA9-2BE4-1F4774A9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9FAD9-ED8B-4B12-E35D-4A33DC2B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B92B7-88E5-7F3D-B1DB-1992BD8C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243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B41E-1B7E-CA5C-F2E4-7A613F3C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5FAED-3B11-C13D-0B92-7272EE532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4AF82-3D0F-7DB8-01AD-75051F597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5F85E8-DD65-3CD5-3987-2EB58BAF2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61D24-61AE-8FE6-0EF7-248679762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B8543D-4E01-069B-2FE6-C5DA31C20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981091-94FB-A065-311D-01C66458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122DD4-BF44-D243-A747-624E3C27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869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C0A2-07D6-71B3-3C3D-9FF51CA9B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8B1ED-DB3F-1A7C-0385-2C744C34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ED3A3-0C74-52C6-2ADC-292237F2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5CD06-1539-325D-2BBB-1693C85F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49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B30417-DFAD-6DB5-1F52-720054212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DC7C17-6139-73EB-2E9F-1C8B1CF4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27274-9670-336C-EA3A-803ADF8B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19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ACDCB-AE1F-9FE9-FB8D-F5A362EFF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AD742-DF32-8E85-C1BC-FCDBCB64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56221-2604-6901-9394-5CFAF60F7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EE6F6-1FEF-3A34-7878-9976B1FC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96DB0-00FF-8331-CA0D-2BD2ED44A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A4A28-86B2-BC36-8298-7EB782F7C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1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D643B-9BA3-DED7-5739-5DC9F280E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36C9A1-C89B-5E3E-F542-0D2A6C44F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E359F-6AFC-68A0-4506-27BCD3922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4BFAC-5A30-83E3-2685-622394AFE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BE2B5-9840-D2F4-98BF-7C88FC13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81A67-6F3F-D9EF-591D-CA6C3921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67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EE1DF-18DB-26E6-DACF-A21BD3C3E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A23EC-A4FF-47BF-7F2D-70201D264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CDC1B-2F89-00E0-8851-CF0FEA7F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66C68-220D-851B-66AE-A1949167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069AD-D2B6-D1CA-3F6A-C3748B1F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617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F90AD5-DEFD-C7C0-DA49-2538280177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3CEA8-4865-9B16-3C67-877203797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7EE7E-1FC4-225C-1F1F-86CCB0E9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4871D-8CFD-9CB7-6AFA-175B424D2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23D32-3E74-F968-8DC6-3857A1D7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298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7F7019-5B2C-196A-87F4-3565BA529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3712-FDDF-8C78-D4E9-3B5AF0F14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BDEDA-0B83-2C3A-DADE-D0A75E60D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2B658-AB32-4025-9AD8-AD632DEF4F5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1F8D5-4C36-164D-DEB6-90747A239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DDA77-EC3A-0A17-628E-AC163A596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EA3DA-9004-4DDC-9ADD-FDFFA12F6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05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9ACE-10AE-9016-2690-057FD81AA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616"/>
            <a:ext cx="9144000" cy="747098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Global Retail Sales Analysis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AA0EC-4895-5BD1-65FA-B20C9F826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76737"/>
            <a:ext cx="9144000" cy="468517"/>
          </a:xfrm>
        </p:spPr>
        <p:txBody>
          <a:bodyPr>
            <a:normAutofit lnSpcReduction="10000"/>
          </a:bodyPr>
          <a:lstStyle/>
          <a:p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BI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07BB2-0871-F0C1-CBD4-625948DA7D02}"/>
              </a:ext>
            </a:extLst>
          </p:cNvPr>
          <p:cNvSpPr txBox="1"/>
          <p:nvPr/>
        </p:nvSpPr>
        <p:spPr>
          <a:xfrm>
            <a:off x="1128726" y="2842510"/>
            <a:ext cx="99345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Objective</a:t>
            </a:r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: </a:t>
            </a:r>
            <a:r>
              <a:rPr lang="en-IN" sz="2400" dirty="0" err="1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Analyze</a:t>
            </a:r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sales performance across revenue, profitability, and customer </a:t>
            </a:r>
            <a:r>
              <a:rPr lang="en-IN" sz="2400" dirty="0" err="1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behavior</a:t>
            </a:r>
            <a:endParaRPr lang="en-IN" sz="2400" dirty="0">
              <a:latin typeface="Segoe UI Historic" panose="020B0502040204020203" pitchFamily="34" charset="0"/>
              <a:ea typeface="Segoe UI Historic" panose="020B0502040204020203" pitchFamily="34" charset="0"/>
              <a:cs typeface="Segoe UI Historic" panose="020B0502040204020203" pitchFamily="34" charset="0"/>
            </a:endParaRP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Focus</a:t>
            </a:r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: Business insights for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138290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163EF-2DC2-6E80-1AB5-5AB5ACB2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37"/>
            <a:ext cx="10515600" cy="63776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B41C9-5354-7547-CC65-A8E50216A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46375"/>
          </a:xfrm>
        </p:spPr>
        <p:txBody>
          <a:bodyPr>
            <a:normAutofit/>
          </a:bodyPr>
          <a:lstStyle/>
          <a:p>
            <a:r>
              <a:rPr lang="en-IN" sz="2400" dirty="0" err="1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Analyze</a:t>
            </a:r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overall revenue performance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Identify key drivers of revenue and profit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Understand customer purchasing </a:t>
            </a:r>
            <a:r>
              <a:rPr lang="en-IN" sz="2400" dirty="0" err="1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behavior</a:t>
            </a:r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Evaluate pricing impact on demand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Provide actionable business insights </a:t>
            </a:r>
          </a:p>
        </p:txBody>
      </p:sp>
    </p:spTree>
    <p:extLst>
      <p:ext uri="{BB962C8B-B14F-4D97-AF65-F5344CB8AC3E}">
        <p14:creationId xmlns:p14="http://schemas.microsoft.com/office/powerpoint/2010/main" val="4258742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49575-2904-B251-B1A3-7F9BB54FE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2E87B-B7A8-69DA-26A2-83EE3809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37"/>
            <a:ext cx="10515600" cy="63776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8E85C-F052-15D8-940D-5F9D408A6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3989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Dataset includes global retail sales transactions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Key fields: Revenue, Profit, Unit Price, Quantity, Customers, Country, Category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Covers multiple countries and product categories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Time-based analysis included for trend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834147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2A2BB-71A4-39B4-B826-439288C57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5CF7-8E7C-C779-395B-EB96EE402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37"/>
            <a:ext cx="10515600" cy="63776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Revenue Analysis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E0615-7C0A-5F47-15F3-EBF57EC15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65542" cy="352312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Total Revenue: ~24.98M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Revenue is primarily driven by product categories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Top contributing countries: USA, India, Pakistan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Online and Retail Store channels dominate sales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Average Unit Price (~1.27K) remains stable over time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Revenue growth is driven by volume and category mix, not pricing changes</a:t>
            </a:r>
          </a:p>
        </p:txBody>
      </p:sp>
    </p:spTree>
    <p:extLst>
      <p:ext uri="{BB962C8B-B14F-4D97-AF65-F5344CB8AC3E}">
        <p14:creationId xmlns:p14="http://schemas.microsoft.com/office/powerpoint/2010/main" val="2730301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5BC56-12E8-D725-2A72-1190F6EA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0FD16-AFFC-FA08-5B1F-D6973707C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37"/>
            <a:ext cx="10515600" cy="63776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Profitability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D117F-496D-259E-5164-4C766ADA2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667717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Total Profit: ~7.14M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Profit distribution varies significantly across product categories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Electronics and Home &amp; Living are top profit contributors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Revenue and profit are not directly proportional across all categories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Profit trend remains relatively stable over time</a:t>
            </a:r>
          </a:p>
        </p:txBody>
      </p:sp>
    </p:spTree>
    <p:extLst>
      <p:ext uri="{BB962C8B-B14F-4D97-AF65-F5344CB8AC3E}">
        <p14:creationId xmlns:p14="http://schemas.microsoft.com/office/powerpoint/2010/main" val="2604258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B86AE-76D3-D19B-BD86-7C3478763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507B-5417-1DBB-1CFC-218C7DD3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37"/>
            <a:ext cx="10515600" cy="63776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Customer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2DBC7-E1AF-5423-D7F8-30596A47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32690" cy="3051175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Customer base is concentrated in major cities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Top customers contribute a significant share of revenue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Demand is highly urban-focused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Clear inverse relationship observed between unit price and customer demand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Customer </a:t>
            </a:r>
            <a:r>
              <a:rPr lang="en-IN" sz="2400" dirty="0" err="1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behavior</a:t>
            </a:r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is price-sensitive </a:t>
            </a:r>
          </a:p>
        </p:txBody>
      </p:sp>
    </p:spTree>
    <p:extLst>
      <p:ext uri="{BB962C8B-B14F-4D97-AF65-F5344CB8AC3E}">
        <p14:creationId xmlns:p14="http://schemas.microsoft.com/office/powerpoint/2010/main" val="1160624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95C12-5006-9E48-6F3B-2B1285E5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A33E0-C30F-6E73-FBFC-C124C5869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37"/>
            <a:ext cx="10515600" cy="63776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5A53D-53D3-A6D6-63E2-33E6FB594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05136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Revenue is driven by product category and sales volume, not pricing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Profitability varies strongly across categories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Customer demand decreases as unit price increases (price sensitivity observed)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Sales are concentrated in a few key countries and customers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Business performance depends on mix of high-volume and high-value products</a:t>
            </a:r>
          </a:p>
        </p:txBody>
      </p:sp>
    </p:spTree>
    <p:extLst>
      <p:ext uri="{BB962C8B-B14F-4D97-AF65-F5344CB8AC3E}">
        <p14:creationId xmlns:p14="http://schemas.microsoft.com/office/powerpoint/2010/main" val="1907440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82025-0A73-59A9-B567-E2F3827C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F84FE-4866-F713-CD6C-0EC5AA8A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37"/>
            <a:ext cx="10515600" cy="63776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5A093-B1CA-3A42-4687-E1BA48D22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7587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Focus on high-margin product categories to improve profitability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Optimize low-profit high-revenue product segments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Expand operations in high-performing countries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Maintain balanced pricing strategy due to demand sensitivity </a:t>
            </a:r>
          </a:p>
          <a:p>
            <a:r>
              <a:rPr lang="en-IN" sz="24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Improve performance in underperforming categories</a:t>
            </a:r>
          </a:p>
        </p:txBody>
      </p:sp>
    </p:spTree>
    <p:extLst>
      <p:ext uri="{BB962C8B-B14F-4D97-AF65-F5344CB8AC3E}">
        <p14:creationId xmlns:p14="http://schemas.microsoft.com/office/powerpoint/2010/main" val="2510599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303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Segoe UI Historic</vt:lpstr>
      <vt:lpstr>Segoe UI Semibold</vt:lpstr>
      <vt:lpstr>Wingdings</vt:lpstr>
      <vt:lpstr>Office Theme</vt:lpstr>
      <vt:lpstr>Global Retail Sales Analysis Summary</vt:lpstr>
      <vt:lpstr>Objective</vt:lpstr>
      <vt:lpstr>Data Overview</vt:lpstr>
      <vt:lpstr>Revenue Analysis Insights</vt:lpstr>
      <vt:lpstr>Profitability Insights</vt:lpstr>
      <vt:lpstr>Customer Insights</vt:lpstr>
      <vt:lpstr>Key Business Insights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Tushar Biswas</dc:creator>
  <cp:lastModifiedBy>Tushar Biswas</cp:lastModifiedBy>
  <cp:revision>1</cp:revision>
  <dcterms:created xsi:type="dcterms:W3CDTF">2026-06-05T06:08:24Z</dcterms:created>
  <dcterms:modified xsi:type="dcterms:W3CDTF">2026-06-05T06:37:23Z</dcterms:modified>
</cp:coreProperties>
</file>